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Erro percentual médio ponderado (WAPE)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Previsão D+1</c:v>
                  </c:pt>
                  <c:pt idx="1">
                    <c:v>Previsão D+7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</c:v>
                </c:pt>
                <c:pt idx="1">
                  <c:v>18.1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E4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Principais fatores de risco de estouro de OLA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no modelo (%)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Grupo designado</c:v>
                  </c:pt>
                  <c:pt idx="1">
                    <c:v>Item de configuração (freq.)</c:v>
                  </c:pt>
                  <c:pt idx="2">
                    <c:v>Janela de abertura (turno)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38.1</c:v>
                </c:pt>
                <c:pt idx="1">
                  <c:v>13.4</c:v>
                </c:pt>
                <c:pt idx="2">
                  <c:v>11.5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Equipes com mais violações de OLA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Violações de OLA (2025)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Team11</c:v>
                  </c:pt>
                  <c:pt idx="1">
                    <c:v>Team09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112</c:v>
                </c:pt>
                <c:pt idx="1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4450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2TSCOA • ENTERPRISE CHALLENGE LOCAWEB — SPRINT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AIOps Forecaster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preditiva para antecipar incidentes e proteger os OLAs da operação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2377440" cy="2743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Solução Final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Santos Reis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562410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4251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Breyer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563568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42519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Lourenço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562825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18  •  2TSCOA  •  FIAP + Locaweb  •  21/09/2026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 DO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operação 24x7 sob pressão constante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Locaweb sustenta uma infraestrutura de tecnologia crítica, com incidentes registrados diariamente na plataforma de ITSM. O time hoje reage depois que a falha já aconteceu — o que compromete previsibilidade, performance e o cumprimento dos Acordos de Nível Operacional (OLA).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122.543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históricos analisados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2023–2025, ITSM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697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57.381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2628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P2 / P3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4069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que entram no KPI de OLA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697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8986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75320" y="3611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4069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margem para gestão reativa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377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central: reatividade diante de incidentes eleva a chance de descumprir OLAs — falhas recorrentes em um cenário dinâmico põem em risco a continuidade do negócio.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dados operacionais em decisão antecipada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incidentes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volume de chamados para D+1 e D+7, com foco nas prioridades P2 e P3.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tendências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404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a evolução diária de volume e de risco de perda de OLA.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impacto nos KPIs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a probabilidade de atingimento das metas anuais de OLA e volume.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7490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977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a decisão operacional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462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onde agir preventivamente: equipe, produto e ativo crítico.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dado bruto ao alerta acionável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65506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51960" y="165506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ITSM (2023–2025): identificação, classificação, tempos e campos qualitativos, conforme Dicionário de Dados v2.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66090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processamento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51960" y="266090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e SQL para extração, limpeza e engenharia de features (lags, médias móveis, calendário).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1188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366674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ML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51960" y="366674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 como Data Warehouse; Vertex AI treina modelos (XGBoost / Random Forest) para D+1 e D+7.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467258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 decisão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51960" y="467258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no Looker Studio convertendo previsões em alertas visuais e recomendações acionáveis.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73328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3328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etapas 3 e 4 descrevem a arquitetura de referência para produção. O MVP acadêmico implementa a mesma lógica de forma simplificada, em Python local + Google Sheets + Looker Studio, sem custo de infraestrutura de nuvem.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Ecossistema de referência no Google Cloud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848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segura via VPN/HTTPS (ITSM ServiceNow, logs, métricas de OLA).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9412" y="20848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3592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 processamento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3375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para armazenamento inicial; Cloud Composer (Airflow) orquestra ETL e engenharia de features em Python.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6752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1484" y="20848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01484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5664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 ML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1384" y="33375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como Data Warehouse; Vertex AI treina modelos Scikit-Learn / XGBoost para previsões D+1 e D+7.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78824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3556" y="20848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3556" y="2084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17736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 decisão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63456" y="33375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entrega dashboards executivos e alertas acionáveis para as equipes.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41B49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749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é a arquitetura de referência para produção. Como o ambiente acadêmico não disponibiliza acesso pago ao GCP, o MVP entregue implementa a mesma lógica de camadas de forma simplificada: pipeline Python local (pandas / scikit-learn / XGBoost) + Google Sheets + Looker Studio, sem custo de infraestrutura.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ANÁLISES E INDICADORES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preditiva de volume (D+1 e D+7)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69164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691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800–1.300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75320" y="16916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diário de tickets projetado (D+1)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283464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2834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6.000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75320" y="28346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semanal estimada (D+7)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397764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3977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153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75320" y="39776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absoluto médio de chamados (D+1)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5166360"/>
            <a:ext cx="5623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supera modelos de persistência e médias móveis, reduzindo volatilidade e antecipando infleões de curva — previsibilidade suficiente para planejar escalas de plantão antes do turno.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ANÁLISES E INDICADORES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Classificador de risco de quebra de OLA — XAI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35661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87,33%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balanceado, classificando tickets de alto risco de atraso de OLA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977640" y="1691640"/>
          <a:ext cx="7635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977640" y="544068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a equipe designada é o maior preditor isolado de estouro de OLA; ativos críticos recorrentes e aberturas noturnas / troca de turno também elevam o risco.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ANÁLISES E INDICADORES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operacional e prescrição AIOps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Team11 + Team09 concentram mais de 66% de todas as quebras operacionais de 2025.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989320" y="169164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7647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lhco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0" y="207568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10.110 incidentes P2/P3 — exige monitoramento contínuo de capacidade.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265176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27249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lsin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0" y="30358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quebras de OLA — necessita ajustes preventivos contra sobrecargas.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361188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6850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IC00840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0" y="399592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32,3% de taxa de violação de OLA — instabilidade crônica.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457200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4645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prescrita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17920" y="49560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Problem Records e redistribuir escalas nas janelas críticas (terça a quinta, 9h–17h).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 SOLUÇÃO FUNCIONANDO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interativo no Looker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3749040"/>
          </a:xfrm>
          <a:prstGeom prst="roundRect">
            <a:avLst>
              <a:gd name="adj" fmla="val 2439"/>
            </a:avLst>
          </a:prstGeom>
          <a:solidFill>
            <a:srgbClr val="141B49"/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3832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PREVIEW DO DASHBOARD — inserir print ou GIF de navegação real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185623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7830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unificado com estimativas diárias (D+1) e semanais (D+7), atualizadas periodicamente.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272491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6517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de probabilidade de violação de OLA por produto e fila de atendimento.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60920" y="359359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5204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dinâmicos por severidade (P2/P3), grupo de atendimento e item de configuração.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60920" y="452628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FFF4DF"/>
          </a:solidFill>
          <a:ln w="15875">
            <a:solidFill>
              <a:srgbClr val="F2A93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498080" y="4526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navegável: [LINK DO DASHBOARD / APLICAÇÃO]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GERADOS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reativo a preditivo: o impacto esperado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cultural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63040" y="2404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operação de uma cultura reativa para uma cultura orientada a dados e ações preventivas.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1920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de serviço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269480" y="24048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e entrega mais robustas e constantes para os clientes da Locaweb.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977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ocupacional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63040" y="4462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estresse de picos operacionais imprevistos para as equipes técnicas.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40233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9776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 de OLA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69480" y="4462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Antecipação de violações permite agir antes da penalidade contratual ou perda de SLA.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PRÓXIMOS PASSOS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Aprendizados, limitações e evoluções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engenharia de features temporais (lags, médias móveis, calendário) foi decisiva para reduzir volatilidade e capturar inflexões de curva; a explicabilidade (XAI) tornou o modelo confiável para uso operacional real.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regime a partir de set/2025 (automação do monitoramento, 85,1% dos chamados) exige reavaliação periódica dos modelos; cobertura ainda concentrada nas prioridades P2 e P3.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39572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331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pipelines de ingestão e inferência via Cloud Composer / BigQuery.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314553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0815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de forma contínua as tabelas de predição ao dashboard no Looker Studio.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8953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83133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modelo para outras prioridades e novos produtos.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46451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58114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 retreinar os modelos periodicamente conforme a base evolui.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Solução Final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Forecaster • Grupo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Acesse e avalie a solução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referência para a banca avaliadora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B49"/>
          </a:solidFill>
          <a:ln w="15875">
            <a:solidFill>
              <a:srgbClr val="F2A93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aplicação funcionando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DASHBOARD / LOOKER STUDIO]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B49"/>
          </a:solidFill>
          <a:ln w="15875">
            <a:solidFill>
              <a:srgbClr val="F2A93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código-fonte (GitHub)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REPOSITÓRIO GITHUB]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B49"/>
          </a:solidFill>
          <a:ln w="15875">
            <a:solidFill>
              <a:srgbClr val="F2A93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pitch (YouTube)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VÍDEO NO YOUTUBE]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Santos Reis (RM 562410)  •  Leonardo Breyer (RM 563568)  •  Leonardo Lourenço (RM 562825)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08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18  —  AIOps Forecaster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2026-09-21T22:13:43Z</dcterms:created>
  <dcterms:modified xsi:type="dcterms:W3CDTF">2026-09-21T22:13:43Z</dcterms:modified>
</cp:coreProperties>
</file>